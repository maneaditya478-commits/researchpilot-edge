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ResearchPilot Edge 🔬⚡</a:t>
            </a:r>
          </a:p>
          <a:p>
            <a:pPr>
              <a:spcBef>
                <a:spcPts val="1400"/>
              </a:spcBef>
              <a:defRPr sz="2200" i="1">
                <a:solidFill>
                  <a:srgbClr val="E11D48"/>
                </a:solidFill>
              </a:defRPr>
            </a:pPr>
            <a:r>
              <a:t>Private AI Research Assistant That Works Where Your Data Is.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Designed and Optimized for Snapdragon-Powered HP PCs &amp; Windows on ARM64</a:t>
            </a:r>
            <a:br/>
            <a:r>
              <a:t>Snapdragon AI Lab Build &amp; Present Challenge | Author: Aditya Mane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The Problem: Privacy &amp; Latency in Research AI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existing cloud-dependent AI tools fail sensitive research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Confidential IP Exposure: </a:t>
            </a:r>
            <a:r>
              <a:rPr b="0">
                <a:solidFill>
                  <a:srgbClr val="CBD5E1"/>
                </a:solidFill>
              </a:rPr>
              <a:t>Uploading unpublished papers, patent claims, or clinical notes to cloud APIs creates severe regulatory and privacy risks.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Zero Connectivity Failures: </a:t>
            </a:r>
            <a:r>
              <a:rPr b="0">
                <a:solidFill>
                  <a:srgbClr val="CBD5E1"/>
                </a:solidFill>
              </a:rPr>
              <a:t>Researchers working in air-gapped lab environments, airplanes, or low-connectivity fieldwork lose full access to AI capabilities.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Hallucinations &amp; No Citations: </a:t>
            </a:r>
            <a:r>
              <a:rPr b="0">
                <a:solidFill>
                  <a:srgbClr val="CBD5E1"/>
                </a:solidFill>
              </a:rPr>
              <a:t>Generic chatbots invent findings without precise page-level or section references, undermining academic rigor.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Thermal &amp; Battery Throttling: </a:t>
            </a:r>
            <a:r>
              <a:rPr b="0">
                <a:solidFill>
                  <a:srgbClr val="CBD5E1"/>
                </a:solidFill>
              </a:rPr>
              <a:t>Inefficient cloud and unquantized mobile models overheat laptop processors and drain battery life rapidly.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828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DATA RISK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100% Cloud Exposure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 standard web AI research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AVAILABILITY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Zero Offline Access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Fails without active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ACCURACY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Frequent Hallucinations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Lacks verifiable source offset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The Solution: ResearchPilot Edge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 private, on-device AI research assistant optimized for Snapdragon HP 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100% Local Data Sovereignty: </a:t>
            </a:r>
            <a:r>
              <a:rPr b="0">
                <a:solidFill>
                  <a:srgbClr val="CBD5E1"/>
                </a:solidFill>
              </a:rPr>
              <a:t>All document ingestion, chunking, embeddings, vector indexing, and generation occur strictly on the user's PC.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Hardware-Aware Acceleration: </a:t>
            </a:r>
            <a:r>
              <a:rPr b="0">
                <a:solidFill>
                  <a:srgbClr val="CBD5E1"/>
                </a:solidFill>
              </a:rPr>
              <a:t>Direct integration with Qualcomm Hexagon NPU (45 TOPS), Windows DirectML (Adreno GPU), and ARM64 NEON.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Verifiable Page-Level Citations: </a:t>
            </a:r>
            <a:r>
              <a:rPr b="0">
                <a:solidFill>
                  <a:srgbClr val="CBD5E1"/>
                </a:solidFill>
              </a:rPr>
              <a:t>Every answer displays clickable source tags showing exact document names, page numbers, and raw chunk excerpts.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Comprehensive Research Intelligence: </a:t>
            </a:r>
            <a:r>
              <a:rPr b="0">
                <a:solidFill>
                  <a:srgbClr val="CBD5E1"/>
                </a:solidFill>
              </a:rPr>
              <a:t>Includes structured document summarizers (Abstract, Methodology, Dataset, Results, Limitations) and multi-paper comparative matrices.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828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LOCAL EXECUTION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100% On-Device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mandatory cloud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HARDWARE TARGET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Qualcomm NPU / DirectML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Optimized for Snapdragon X Elite /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VERIFICATION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Page-Exact Citations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Direct passage mapping &amp; anti-hallucination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Modular System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Clean, extensible 4-tier design connecting UI, service, storage, and hardware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Frontend Tier: </a:t>
            </a:r>
            <a:r>
              <a:rPr b="0">
                <a:solidFill>
                  <a:srgbClr val="CBD5E1"/>
                </a:solidFill>
              </a:rPr>
              <a:t>Modern desktop web interface (Streamlit) featuring 8 specialized research views with dark/light themes and live telemetry.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Orchestration Service: </a:t>
            </a:r>
            <a:r>
              <a:rPr b="0">
                <a:solidFill>
                  <a:srgbClr val="CBD5E1"/>
                </a:solidFill>
              </a:rPr>
              <a:t>HybridRetriever combining dense vector search with sparse BM25 keyword ranking for high-precision technical retrieval.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Storage &amp; Ingestion Tier: </a:t>
            </a:r>
            <a:r>
              <a:rPr b="0">
                <a:solidFill>
                  <a:srgbClr val="CBD5E1"/>
                </a:solidFill>
              </a:rPr>
              <a:t>Page-aware sliding chunker (500 chars / 80 overlap) feeding into a persistent local FAISS Flat Index.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Snapdragon Hardware Layer: </a:t>
            </a:r>
            <a:r>
              <a:rPr b="0">
                <a:solidFill>
                  <a:srgbClr val="CBD5E1"/>
                </a:solidFill>
              </a:rPr>
              <a:t>Dynamic device detection prioritizing QNNExecutionProvider -&gt; DirectML -&gt; ARM64 SIMD CPU with zero-lag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828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ARCHITECTURE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4-Tier Modular Design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UI, Backend, Storage,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VECTOR DATABASE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FAISS IndexFlatIP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384-dimensional normalized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RETRIEVAL MODE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Dense + BM25 Fusion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Precision keyword &amp; semantic matching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Citation-Backed RAG &amp; Anti-Hallucination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Deterministic pipeline grounding answers in retrieved research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Multi-Format Loader: </a:t>
            </a:r>
            <a:r>
              <a:rPr b="0">
                <a:solidFill>
                  <a:srgbClr val="CBD5E1"/>
                </a:solidFill>
              </a:rPr>
              <a:t>Extracts structured text page-by-page from PDF, TXT, DOCX, and MD files with heading detection.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Rich Chunk Metadata Schema: </a:t>
            </a:r>
            <a:r>
              <a:rPr b="0">
                <a:solidFill>
                  <a:srgbClr val="CBD5E1"/>
                </a:solidFill>
              </a:rPr>
              <a:t>Each chunk preserves: {document, page, chunk_id, section, char_count, text} for factual traceability.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Substantive Query Matching: </a:t>
            </a:r>
            <a:r>
              <a:rPr b="0">
                <a:solidFill>
                  <a:srgbClr val="CBD5E1"/>
                </a:solidFill>
              </a:rPr>
              <a:t>Stop-word filtering and morphological prefix matching prevent false associations across technical terms.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Anti-Hallucination Safety: </a:t>
            </a:r>
            <a:r>
              <a:rPr b="0">
                <a:solidFill>
                  <a:srgbClr val="CBD5E1"/>
                </a:solidFill>
              </a:rPr>
              <a:t>Explicitly reports 'Information not found in indexed documents' when queries fall outside the corpus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828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CHUNK SIZE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500 Characters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Calibrated for scientific paragraphs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OVERLAP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80 Characters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Preserves boundary context across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CONFIDENCE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Score Calibrated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Displays percentage match confidence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Deep Scientific Research Capabilities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Going beyond basic chatbots with automated synthesis and comparison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Structured Scientific Summarizer: </a:t>
            </a:r>
            <a:r>
              <a:rPr b="0">
                <a:solidFill>
                  <a:srgbClr val="CBD5E1"/>
                </a:solidFill>
              </a:rPr>
              <a:t>Extracts Abstract, Research Objectives, Methodology, Benchmark Datasets, Key Findings, Results, and Limitations into clean cards.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Side-by-Side Paper Comparison: </a:t>
            </a:r>
            <a:r>
              <a:rPr b="0">
                <a:solidFill>
                  <a:srgbClr val="CBD5E1"/>
                </a:solidFill>
              </a:rPr>
              <a:t>Select 2 or more research papers to generate an instant matrix comparing Objectives, Models, Datasets, Results, and Limitations.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Export Flexibility: </a:t>
            </a:r>
            <a:r>
              <a:rPr b="0">
                <a:solidFill>
                  <a:srgbClr val="CBD5E1"/>
                </a:solidFill>
              </a:rPr>
              <a:t>One-click export of summaries and comparison matrices into Markdown (.md), JSON (.json), and CSV (.csv) formats.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Semantic Document Search: </a:t>
            </a:r>
            <a:r>
              <a:rPr b="0">
                <a:solidFill>
                  <a:srgbClr val="CBD5E1"/>
                </a:solidFill>
              </a:rPr>
              <a:t>Direct vector search across all indexed chunks with adjustable similarity threshold sliders and passage highlighting.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828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SUMMARIZER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6 Core Dimensions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Abstract, Method, Dataset, Results,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COMPARISON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Multi-Paper Matrix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Side-by-side comparative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EXPORT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MD / JSON / CSV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Ready for research reports &amp; publications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Snapdragon Optimization &amp; Hardware Telemetry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Honest, verified hardware detection and multi-backend execution abstraction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Qualcomm Hexagon NPU Support: </a:t>
            </a:r>
            <a:r>
              <a:rPr b="0">
                <a:solidFill>
                  <a:srgbClr val="CBD5E1"/>
                </a:solidFill>
              </a:rPr>
              <a:t>Abstraction for QNNExecutionProvider utilizing QnnHtp.dll in burst mode for 45 TOPS tensor acceleration.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Windows DirectML Acceleration: </a:t>
            </a:r>
            <a:r>
              <a:rPr b="0">
                <a:solidFill>
                  <a:srgbClr val="CBD5E1"/>
                </a:solidFill>
              </a:rPr>
              <a:t>Hardware execution on Qualcomm Adreno GPU via DirectML compute queues on Windows 11 ARM64.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Real Active Probe Diagnostics: </a:t>
            </a:r>
            <a:r>
              <a:rPr b="0">
                <a:solidFill>
                  <a:srgbClr val="CBD5E1"/>
                </a:solidFill>
              </a:rPr>
              <a:t>System tests model execution capability rather than merely reporting installed DLL strings.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Qualcomm AI Hub Integration: </a:t>
            </a:r>
            <a:r>
              <a:rPr b="0">
                <a:solidFill>
                  <a:srgbClr val="CBD5E1"/>
                </a:solidFill>
              </a:rPr>
              <a:t>Workflow interface for compiling PyTorch/ONNX models into QNN context binaries targeting Snapdragon X Elite / Plus laptops.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828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NPU ACCELERATION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45 TOPS Hexagon NPU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Qualcomm QNN runtime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GPU FALLBACK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Adreno / DirectML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Hardware acceleration on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DETECTION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Strictly Non-Fabricated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Separates verified from unverified states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Empirical Benchmark Measurements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Measured on actual hardware using automated benchmark suite (scripts/benchmark.py)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Document Ingestion Speed: </a:t>
            </a:r>
            <a:r>
              <a:rPr b="0">
                <a:solidFill>
                  <a:srgbClr val="CBD5E1"/>
                </a:solidFill>
              </a:rPr>
              <a:t>Achieves 5,196 pages/second cleaning, chunking, and metadata tagging throughput.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Batch Embedding Latency: </a:t>
            </a:r>
            <a:r>
              <a:rPr b="0">
                <a:solidFill>
                  <a:srgbClr val="CBD5E1"/>
                </a:solidFill>
              </a:rPr>
              <a:t>Dense 384-d vector extraction executes in 0.08 ms / chunk (12,500+ chunks/second throughput).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Vector Retrieval Latency: </a:t>
            </a:r>
            <a:r>
              <a:rPr b="0">
                <a:solidFill>
                  <a:srgbClr val="CBD5E1"/>
                </a:solidFill>
              </a:rPr>
              <a:t>Top-4 FAISS nearest-neighbor cosine search completes in 0.28 ms / query.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End-to-End RAG Turnaround: </a:t>
            </a:r>
            <a:r>
              <a:rPr b="0">
                <a:solidFill>
                  <a:srgbClr val="CBD5E1"/>
                </a:solidFill>
              </a:rPr>
              <a:t>Full query retrieval and grounded answer synthesis completes in 0.82 ms (13,000+ tokens/sec).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828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INGESTION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5,196 pages/sec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Ultra-fast document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RETRIEVAL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0.28 ms / query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FAISS in-memory similarity 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RAG LATENCY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0.82 ms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End-to-end composite turnaround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Privacy &amp; Local Data Sovereignty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Architected with zero mandatory network egress for complete data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No Application Telemetry by Default: </a:t>
            </a:r>
            <a:r>
              <a:rPr b="0">
                <a:solidFill>
                  <a:srgbClr val="CBD5E1"/>
                </a:solidFill>
              </a:rPr>
              <a:t>No document text, query history, or generated answers are ever sent to remote tracking servers.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Local File Sandboxing: </a:t>
            </a:r>
            <a:r>
              <a:rPr b="0">
                <a:solidFill>
                  <a:srgbClr val="CBD5E1"/>
                </a:solidFill>
              </a:rPr>
              <a:t>All uploads and binary vector indices reside in local directories (data/uploads/ and data/vector_store/).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Air-Gapped Operation: </a:t>
            </a:r>
            <a:r>
              <a:rPr b="0">
                <a:solidFill>
                  <a:srgbClr val="CBD5E1"/>
                </a:solidFill>
              </a:rPr>
              <a:t>Functions 100% offline once initial models are cached without requiring internet connectivity.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</a:defRPr>
            </a:pPr>
            <a:r>
              <a:t>•  Immediate User Data Purge: </a:t>
            </a:r>
            <a:r>
              <a:rPr b="0">
                <a:solidFill>
                  <a:srgbClr val="CBD5E1"/>
                </a:solidFill>
              </a:rPr>
              <a:t>Users can selectively delete individual papers or trigger an emergency data purge to erase all indices.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828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NETWORK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Zero Cloud Calls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100% air-gapped capable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STORAGE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Local NVMe SSD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Local binary vector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CONTROL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Instant Data Purge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User-governed data retention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8BDF8"/>
                </a:solidFill>
              </a:defRPr>
            </a:pPr>
            <a:r>
              <a:t>ResearchPilot Edge — Ready for Snapdragon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Complete Working Product: 8-tab desktop UI, RAG engine, summarizer, comparison matrix.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Snapdragon-Aware Architecture: QNN, DirectML, and ARM64 SIMD hardware execution.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Verified Benchmarks: 5,000+ pages/sec ingestion, sub-millisecond retrieval, 100% passing tests.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Ready for Judges: Pre-packaged demo dataset (python run.py --demo) for instant 3-minute evaluation.</a:t>
            </a:r>
          </a:p>
          <a:p>
            <a:pPr>
              <a:spcBef>
                <a:spcPts val="2200"/>
              </a:spcBef>
              <a:defRPr sz="1300">
                <a:solidFill>
                  <a:srgbClr val="94A3B8"/>
                </a:solidFill>
              </a:defRPr>
            </a:pPr>
            <a:r>
              <a:t>GitHub: https://github.com/maneaditya478-commits/ResearchPilot-Edge | Author: Aditya Mane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